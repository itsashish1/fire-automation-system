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9F570A-7135-4150-A502-227CBE4CF9F3}" v="6" dt="2026-02-18T14:06:41.7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0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5372C-C480-917C-CF07-DAAFEB0D60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BE1571-13F4-015A-D39C-937B548999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ADC39-5C20-B945-DBD5-77329C5D7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4774-C1C7-4A63-8380-7543BE85B86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49B08-3307-981D-1C27-7DBBFE8CD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1912A-C82A-0204-95AB-003692728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DA3BE-9535-46FD-8776-ACA37BABFC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6735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3D728-8C65-FE5F-9DB5-538D70716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70051-8996-532F-1E26-C7C7D16AE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E8E80-38AD-DB6F-1492-F85C0AD96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4774-C1C7-4A63-8380-7543BE85B86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81FC9-0F18-D1EE-2CE9-5357C2969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E77761-2495-5B59-572F-9CD8A2FDE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DA3BE-9535-46FD-8776-ACA37BABFC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1836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FBD69-CA3A-2415-EF50-5D90A0F8C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D9B40D-7FB3-C08A-995C-E7EFA630B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E3CAF-3D7F-CE70-B4A7-858958709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4774-C1C7-4A63-8380-7543BE85B86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0E065-B3AC-2C65-BFCD-EC74E93F5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88-78B3-3968-D779-8DDE7DACC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DA3BE-9535-46FD-8776-ACA37BABFC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5116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26F5D-A5BD-39C7-4584-30B621406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D1C3C-2443-DDBB-CFA5-897301BAD6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7BC6AB-330A-E4D3-6BEA-27E83E9707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62423E-6220-0C52-9264-8DF0B8940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4774-C1C7-4A63-8380-7543BE85B86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FAF971-4878-1308-47F2-699385793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A00FE-DF4F-B7C7-E9C2-1E09619F8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DA3BE-9535-46FD-8776-ACA37BABFC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0296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E708B-6134-88EE-D183-461EC24E1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C377C1-EDC3-3E4C-457C-C65FE018A7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7246EC-239B-4ACB-A0B1-16D2877EAD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6E024F-1125-0524-5D7B-F1F080D4D5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C7B92A-ADF3-89FE-0BE6-4C89440E0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1DA636-D990-20E7-49F2-2473C6B4F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4774-C1C7-4A63-8380-7543BE85B86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2AA903-B108-7B37-3143-5A8A7483D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9E6DB8-8AAF-CD38-5546-BF7716C95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DA3BE-9535-46FD-8776-ACA37BABFC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0328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185EA-FBB7-C798-A3B9-35E5E1EEB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DB65C3-7FF1-A396-96BD-096C19A43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4774-C1C7-4A63-8380-7543BE85B86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A54CF1-54E7-894D-B589-8E4B4DFE3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BF516C-034B-928B-351D-37390D741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DA3BE-9535-46FD-8776-ACA37BABFC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1974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A9722A-F30D-1FE1-C6A0-6EA1CE7EC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4774-C1C7-4A63-8380-7543BE85B86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31D49C-15D8-BFC2-94B8-7136F127E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0111E-6B51-CB83-D94A-B3C1ED88A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DA3BE-9535-46FD-8776-ACA37BABFC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363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8D51D-5052-3BBD-B7A0-6A2809594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2D199-42AE-8BF4-6CF2-7CF38F7AF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8197A5-E551-F581-6E62-2B33D84F5E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A30EBD-F19F-AFCB-9640-E351560A7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4774-C1C7-4A63-8380-7543BE85B86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4AC097-2BB9-C7D2-FCE7-C9C3A5724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8E251-5676-B6E3-576C-B70A6A785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DA3BE-9535-46FD-8776-ACA37BABFC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0672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A72A1-AD1C-52B0-91AF-DAA97F67D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A17B99-5F5B-D997-46C4-ED21C3B3F4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CB9092-4646-E576-9A3A-C712479C20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425A6D-BFFB-95B9-F224-A3DC08736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4774-C1C7-4A63-8380-7543BE85B86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E1066F-F71A-0CF5-5011-DA639EC69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75852-E6A6-BDEA-D243-952786201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DA3BE-9535-46FD-8776-ACA37BABFC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763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8828F-3E5B-A5B6-E53C-ABBECB56B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202993-8B28-CD60-30CF-07AA5D910D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79085-010A-BECE-F7B3-732A8D4E7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4774-C1C7-4A63-8380-7543BE85B86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F8255-0A96-CE88-7ABC-593CF1EFE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F7D64-CA76-F89F-F0D0-4398CEF01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DA3BE-9535-46FD-8776-ACA37BABFC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664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A373CF-CEAA-37E4-20A2-C7BD95EC73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EBE382-5B9A-B9BA-8213-981AB1DD79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6560C-8EDF-0ACC-B9AA-665A1B5B4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4774-C1C7-4A63-8380-7543BE85B86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A677D-4E5D-680A-C6FE-CE6A04D58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B341D-6174-69BC-7590-F4A6573A5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DA3BE-9535-46FD-8776-ACA37BABFC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817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D92409-8C06-B0F9-53CA-F65CC54CB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5A4A8E-4B3D-7287-EE17-16CA40DCA1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F0D89-AC87-C6DF-E3BF-F072665E96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134774-C1C7-4A63-8380-7543BE85B86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7A5DA-7DF0-F06F-FB19-30A3D2E427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676CA-BA6B-989C-FD5E-8772770DC1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0DA3BE-9535-46FD-8776-ACA37BABFC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7649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569B97-EBEF-6B9F-791D-A05C1FB43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978" y="9525"/>
            <a:ext cx="12242978" cy="68626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EC0538-336D-AF0A-4088-EAE7707F7535}"/>
              </a:ext>
            </a:extLst>
          </p:cNvPr>
          <p:cNvSpPr txBox="1"/>
          <p:nvPr/>
        </p:nvSpPr>
        <p:spPr>
          <a:xfrm>
            <a:off x="8311130" y="1685610"/>
            <a:ext cx="4421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HK-SAFETY-012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601C8E-91E7-EC62-D7D3-8EBFFEEC7CC3}"/>
              </a:ext>
            </a:extLst>
          </p:cNvPr>
          <p:cNvSpPr txBox="1"/>
          <p:nvPr/>
        </p:nvSpPr>
        <p:spPr>
          <a:xfrm>
            <a:off x="9322876" y="2696303"/>
            <a:ext cx="2336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Error 404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329DB5-3432-9F81-1372-FF77CD69C3FD}"/>
              </a:ext>
            </a:extLst>
          </p:cNvPr>
          <p:cNvSpPr txBox="1"/>
          <p:nvPr/>
        </p:nvSpPr>
        <p:spPr>
          <a:xfrm>
            <a:off x="9855327" y="3671248"/>
            <a:ext cx="2336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HK-84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C710E3-A700-BE63-C552-1813275E5C79}"/>
              </a:ext>
            </a:extLst>
          </p:cNvPr>
          <p:cNvSpPr txBox="1"/>
          <p:nvPr/>
        </p:nvSpPr>
        <p:spPr>
          <a:xfrm>
            <a:off x="6172200" y="4646194"/>
            <a:ext cx="493775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Ashish Yadav      (2301010413)</a:t>
            </a:r>
          </a:p>
          <a:p>
            <a:r>
              <a:rPr lang="en-IN" sz="2800" b="1" dirty="0">
                <a:solidFill>
                  <a:schemeClr val="bg1"/>
                </a:solidFill>
              </a:rPr>
              <a:t>Kundan Singh     (2301010404)</a:t>
            </a:r>
          </a:p>
          <a:p>
            <a:r>
              <a:rPr lang="en-IN" sz="2800" b="1" dirty="0">
                <a:solidFill>
                  <a:schemeClr val="bg1"/>
                </a:solidFill>
              </a:rPr>
              <a:t>Ritik Kumar          (2401730227)</a:t>
            </a:r>
          </a:p>
          <a:p>
            <a:r>
              <a:rPr lang="en-IN" sz="2800" b="1" dirty="0">
                <a:solidFill>
                  <a:schemeClr val="bg1"/>
                </a:solidFill>
              </a:rPr>
              <a:t>Harshit Jaiswal  (2301010397)</a:t>
            </a:r>
          </a:p>
        </p:txBody>
      </p:sp>
    </p:spTree>
    <p:extLst>
      <p:ext uri="{BB962C8B-B14F-4D97-AF65-F5344CB8AC3E}">
        <p14:creationId xmlns:p14="http://schemas.microsoft.com/office/powerpoint/2010/main" val="259289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640CF-A6D4-C778-99D2-F098A893F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CE727-01EC-EACA-D847-A4AE365A2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14433A-A1B2-2B17-E648-64362AFD9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9508" y="1"/>
            <a:ext cx="12291983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872BA3-54F2-2834-2318-2876F26249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695"/>
          <a:stretch>
            <a:fillRect/>
          </a:stretch>
        </p:blipFill>
        <p:spPr>
          <a:xfrm>
            <a:off x="-9525" y="1834769"/>
            <a:ext cx="11610975" cy="439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930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02CB8-2C48-14E4-F489-88FCDE14E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FA5838-CAED-913D-563D-F8E21B5C55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12319813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1C3747-C633-2E7C-E3CC-50C808F00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892" y="1300558"/>
            <a:ext cx="9344025" cy="29737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1B3391-960F-BCC5-E4C1-7232C33CC7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9834" y="4112418"/>
            <a:ext cx="5460815" cy="260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778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6E610-40CA-574F-5D9F-8676E5A86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3DA56-4283-B431-5659-CF374192B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731628-5FD2-C6D2-D1D0-0598FF15B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080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D179EF-B3B6-C6DD-5514-BCCFE2A54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541" y="1424222"/>
            <a:ext cx="11833459" cy="415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590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469B3-3EEE-B8E2-A56C-C8E05F72B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C74D5-A56C-9395-3C3C-CEB2EA251C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6A92AC-FF53-3523-63A8-BA4518446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2"/>
            <a:ext cx="12192000" cy="68574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084997-39D0-6659-212E-3CB075591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50" y="1725998"/>
            <a:ext cx="10953750" cy="36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601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A68B9-985C-6BCE-575D-FD26BE74A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33AF6-7ADF-B671-48F3-271129050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09E242-DF1A-CB9E-4003-1A9DEBE03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01"/>
            <a:ext cx="12192000" cy="68243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FEC9F9-3133-30FF-EC22-4144B6F7D3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" y="1666875"/>
            <a:ext cx="10610850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342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EA21A-202E-12E7-3A44-E3B67B5C9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78D75-DB07-6045-CDCB-B19D1D670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513F44-BACB-E476-7752-5314F0722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" y="0"/>
            <a:ext cx="12173604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042BFA-ECB7-8747-B95D-BBA8BAD7C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8" y="2400540"/>
            <a:ext cx="7889946" cy="27446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860392B-AA39-76B6-5C14-F1FDD8D710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2336" y="1370195"/>
            <a:ext cx="3285965" cy="206069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252589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24</Words>
  <Application>Microsoft Office PowerPoint</Application>
  <PresentationFormat>Widescreen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Harshit Jaiswal</dc:creator>
  <cp:lastModifiedBy>Harshit Jaiswal</cp:lastModifiedBy>
  <cp:revision>2</cp:revision>
  <dcterms:created xsi:type="dcterms:W3CDTF">2026-02-18T12:36:31Z</dcterms:created>
  <dcterms:modified xsi:type="dcterms:W3CDTF">2026-02-18T14:15:10Z</dcterms:modified>
</cp:coreProperties>
</file>